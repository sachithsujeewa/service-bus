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share a short story about moving from vibe coding to durable execution — and we proved it on RamBase Service Bus. The Agentic Knowledge Vault is the pattern; Service Bus is the working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were productive with vibe coding. The wall appeared when every new task still needed a fresh dump of context. There was no durable understanding. Context lived in scattered Confluence and people’s heads. Dependencies were hidden. Work stayed partially manual. Rediscovery burned time — especially when reconstructing how RamBase events, webhooks, and the Service Bus actually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knowledge base alone is content — like a book. What we needed was Skills plus Micro-workflows plus Knowledge: a matured architect that can execute. Before: chat-driven rediscovery. After: Inbox, skills, knowledge graph, then 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reusable framework in `base/` runs Inbox through an orchestrator and a twelve-skill pipeline into a vault and graph. For RamBase, scattered history in `_intake/` became the structured Service Bus vault, and that understanding let us execute into a runnable `prototype/` MVP. Same pattern: understand the product, then execute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live asks. First, a domain question about RamBase Service Bus from the vault — can it answer from structured knowledge. Second, ask for an improvement to the vault — can it propose a governed structured update. Watch for understanding plus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takeaways. Durable context beats re-prompting. Skills plus a knowledge graph give executable architecture literacy. The pattern transfers — RamBase Service Bus is the working proof.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qciiiwu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2mcma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o4fozep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i2x7zsd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ir0udz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